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Acquisition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Generated April 27, 2026 | Buyer: Carlyle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1155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Thesis / Focus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European B2B SaaS, ARR €5M–€50M, founder-led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111556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Screening Criteria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N/A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Target Shortlist (with valuation estimates)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Shortlist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5448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651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HQ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(wk.)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Implied EV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